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EXAMPLES HTTP CRUD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EXAMPLES_HTTP_CRUD.md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GET /api/vehicles — returns list of vehicles (200 OK, JSON array)</a:t>
            </a:r>
          </a:p>
          <a:p>
            <a:pPr/>
            <a:r>
              <a:t>- GET /api/vehicles/{id} — returns a single vehicle (200 OK) or 404 Not Found</a:t>
            </a:r>
          </a:p>
          <a:p>
            <a:pPr/>
            <a:r>
              <a:t>- POST /api/vehicles/add — create a vehicle (201 Created with Location header and body {"id":"&lt;uuid&gt;"})</a:t>
            </a:r>
          </a:p>
          <a:p>
            <a:pPr/>
            <a:r>
              <a:t>- PUT /api/vehicles/{id} — update a vehicle (200 OK) or 404 Not Found</a:t>
            </a:r>
          </a:p>
          <a:p>
            <a:pPr/>
            <a:r>
              <a:t>- DELETE /api/vehicles/{id} — delete a vehicle (204 No Content) or 404 Not Found</a:t>
            </a:r>
          </a:p>
          <a:p>
            <a:pPr/>
            <a:r>
              <a:t>Example implementation (see `src/web/SpringVehicleController.java`):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@GetMapping
public List&lt;Vehicle&gt; listAll(@RequestParam(value = "brand", required = false) String brand,
                             @RequestParam(value = "type", required = false) String type) throws Exception {
    if ((brand != null &amp;&amp; !brand.isEmpty()) || (type != null &amp;&amp; !type.isEmpty())) {
        return service.filterVehicles(brand, type);
    }
    return service.getAllVehicles();
}
@PostMapping(path = "/add", consumes = MediaType.APPLICATION_JSON_VALUE)
public ResponseEntity&lt;Object&gt; addVehicle(@RequestBody Map&lt;String, Object&gt; body) {
    // validates and delegates to service.addVehicle(v)
}
@PutMapping(path = "/{id}", consumes = MediaType.APPLICATION_JSON_VALUE)
public ResponseEntity&lt;Object&gt; updateVehicle(@PathVariable("id") String id, @RequestBody Map&lt;String, Object&gt; body) {
    // partial update via reflection/setters and service.updateVehicle(existing)
}
@DeleteMapping(path = "/{id}")
public ResponseEntity&lt;Object&gt; deleteVehicleById(@PathVariable("id") String id) {
    boolean ok = service.removeVehicleById(id);
    return ok ? ResponseEntity.noContent().build() : ResponseEntity.notFound().build();
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request/response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Create (POST /api/vehicles/add)</a:t>
            </a:r>
          </a:p>
          <a:p>
            <a:pPr/>
            <a:r>
              <a:t>  - Request JSON: {"type":"car","brand":"Toyota","model":"Corolla","year":2020}</a:t>
            </a:r>
          </a:p>
          <a:p>
            <a:pPr/>
            <a:r>
              <a:t>  - Response: 201 Created, Location: /api/vehicles/&lt;id&gt;, Body: {"id":"&lt;id&gt;"}</a:t>
            </a:r>
          </a:p>
          <a:p>
            <a:pPr/>
            <a:r>
              <a:t>- Get (GET /api/vehicles)</a:t>
            </a:r>
          </a:p>
          <a:p>
            <a:pPr/>
            <a:r>
              <a:t>  - Response: 200 OK, Body: [ {...}, {...} ]</a:t>
            </a:r>
          </a:p>
          <a:p>
            <a:pPr/>
            <a:r>
              <a:t>- Update (PUT /api/vehicles/{id})</a:t>
            </a:r>
          </a:p>
          <a:p>
            <a:pPr/>
            <a:r>
              <a:t>  - Request JSON: {"brand":"NewBrand"}</a:t>
            </a:r>
          </a:p>
          <a:p>
            <a:pPr/>
            <a:r>
              <a:t>  - Response: 200 OK, Body: {"result":"updated"}</a:t>
            </a:r>
          </a:p>
          <a:p>
            <a:pPr/>
            <a:r>
              <a:t>- Delete (DELETE /api/vehicles/{id})</a:t>
            </a:r>
          </a:p>
          <a:p>
            <a:pPr/>
            <a:r>
              <a:t>  - Response: 204 No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to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`src/web/SpringVehicleController.java` (controller)</a:t>
            </a:r>
          </a:p>
          <a:p>
            <a:pPr/>
            <a:r>
              <a:t>- `src/services/VehicleService.java` (business layer)</a:t>
            </a:r>
          </a:p>
          <a:p>
            <a:pPr/>
            <a:r>
              <a:t>- `src/test/java/test/VehicleControllerIT.java` (integration tests)</a:t>
            </a:r>
          </a:p>
          <a:p>
            <a:pPr/>
            <a:r>
              <a:t>Notes:</a:t>
            </a:r>
          </a:p>
          <a:p>
            <a:pPr/>
            <a:r>
              <a:t>- Controller returns consistent JSON error payloads using `src/web/GlobalExceptionHandler.java`.</a:t>
            </a:r>
          </a:p>
          <a:p>
            <a:pPr/>
            <a:r>
              <a:t>- For richer validation, consider using DTOs + `@Valid` and `@ControllerAdvice` for binding errors.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