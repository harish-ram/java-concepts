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CONTROLLERS SERVICES DI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EXAMPLES_CONTROLLERS_SERVICES_DI.md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Controllers are the entry point for HTTP requests in a Spring MVC application. They decode HTTP requests, validate inputs, and delegate business logic to service classes.</a:t>
            </a:r>
          </a:p>
          <a:p>
            <a:pPr/>
            <a:r>
              <a:t>Example: `src/web/SpringVehicleController.java`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@RestController
@RequestMapping("/api/vehicles")
public class SpringVehicleController {
    private final VehicleService service;
    public SpringVehicleController(VehicleService service) {
        this.service = service;
    }
    @GetMapping
    public List&lt;Vehicle&gt; listAll(...) throws Exception {
        return service.getAllVehicles();
    }
    @PostMapping(path = "/add", consumes = MediaType.APPLICATION_JSON_VALUE)
    public ResponseEntity&lt;Object&gt; addVehicle(@RequestBody Map&lt;String, Object&gt; body) {
        // validate body fields, build `Vehicle` and call `service.addVehicle(v)`
    }
}</a:t>
            </a:r>
          </a:p>
          <a:p>
            <a:pPr/>
            <a:r>
              <a:t>Where implemented in this repo:</a:t>
            </a:r>
          </a:p>
          <a:p>
            <a:pPr/>
            <a:r>
              <a:t>- `src/web/SpringVehicleController.java` — full CRUD endpoints, validation, and error responses</a:t>
            </a:r>
          </a:p>
          <a:p>
            <a:pPr/>
            <a:r>
              <a:t>- `src/web/GlobalExceptionHandler.java` — centralized JSON error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Services contain business logic and coordinate repositories and other components. They are annotated with `@Service` and are injected into controllers.</a:t>
            </a:r>
          </a:p>
          <a:p>
            <a:pPr/>
            <a:r>
              <a:t>Example: `src/services/VehicleService.java`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@Service
public class VehicleService {
    private final VehicleRepository repo;
    @Autowired
    public VehicleService(VehicleRepository repo) {
        this.repo = repo;
        try { this.repo.init(); } catch (Exception ignored) {}
    }
    public void addVehicle(Vehicle v) throws Exception { repo.addVehicle(v); }
    public List&lt;Vehicle&gt; getAllVehicles() throws Exception { return repo.getAllVehicles(); }
}</a:t>
            </a:r>
          </a:p>
          <a:p>
            <a:pPr/>
            <a:r>
              <a:t>Where implemented in this repo:</a:t>
            </a:r>
          </a:p>
          <a:p>
            <a:pPr/>
            <a:r>
              <a:t>- `src/services/VehicleService.java` — service methods used by the controller and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Dependency Injection (DI)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 is how Spring wires components together. We use `@Service`, `@Repository`, and constructor injection to keep components decoupled and testable.</a:t>
            </a:r>
          </a:p>
          <a:p>
            <a:pPr/>
            <a:r>
              <a:t>Example repo implementation: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@Repository
public class SpringDataVehicleRepository implements VehicleRepository {
    @PersistenceContext
    private EntityManager em;
    @Transactional
    public void addVehicle(Vehicle v) { em.persist(v); }
}</a:t>
            </a:r>
          </a:p>
          <a:p>
            <a:pPr/>
            <a:r>
              <a:t>Files:</a:t>
            </a:r>
          </a:p>
          <a:p>
            <a:pPr/>
            <a:r>
              <a:t>- `src/data/SpringDataVehicleRepository.java` — JPA-backed repository used by `VehicleService`</a:t>
            </a:r>
          </a:p>
          <a:p>
            <a:pPr/>
            <a:r>
              <a:t>- `src/web/GlobalExceptionHandler.java` — `@ControllerAdvice` centralizes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fits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`SpringVehicleController` receives HTTP requests and delegates to `VehicleService`.</a:t>
            </a:r>
          </a:p>
          <a:p>
            <a:pPr/>
            <a:r>
              <a:t>- `VehicleService` implements business operations and uses `VehicleRepository` (the `SpringDataVehicleRepository` implementation) to interact with the DB.</a:t>
            </a:r>
          </a:p>
          <a:p>
            <a:pPr/>
            <a:r>
              <a:t>- Spring's DI creates and wires these objects at runtime, so controllers don't `new` services or repositories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Prefer constructor injection (used in `SpringVehicleController`) because it makes components immutable and easier to unit test.</a:t>
            </a:r>
          </a:p>
          <a:p>
            <a:pPr/>
            <a:r>
              <a:t>- Use `@ControllerAdvice` to handle errors in a consistent JSON format for API clients.</a:t>
            </a:r>
          </a:p>
          <a:p>
            <a:pPr/>
            <a:r>
              <a:t>- Keep controllers thin — concentrate validation and business rules in services.</a:t>
            </a:r>
          </a:p>
          <a:p>
            <a:pPr/>
            <a:r>
              <a:t>---</a:t>
            </a:r>
          </a:p>
          <a:p>
            <a:pPr/>
            <a:r>
              <a:t>Generated from project files; create a PPT for presentations by running the generator script in `tools/`.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