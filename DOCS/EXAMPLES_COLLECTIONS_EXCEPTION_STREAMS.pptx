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EXAMPLES COLLECTIONS EXCEPTION STREAMS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EXAMPLES_COLLECTIONS_EXCEPTION_STREAMS.md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ArrayList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`src/data/VehicleDatabase.java`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// create and manipulate an ArrayList of Vehicles
List&lt;Vehicle&gt; vehicles = new ArrayList&lt;&gt;();
vehicles.add(new Car("c1","Toyota",2022,4));
vehicles.add(new Motorcycle("m1","Yamaha",2023));
for (int i = 0; i &lt; vehicles.size(); i++) {
    Vehicle v = vehicles.get(i);
    System.out.println(v.getId() + ": " + v.getBrand());
}
// enhanced for
for (Vehicle v : vehicles) {
    System.out.println(v);
}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HashMap (counts/grouping)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`src/services/VehicleService.java`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// count vehicles per brand using a HashMap
Map&lt;String, Integer&gt; counts = new HashMap&lt;&gt;();
for (Vehicle v : vehicles) {
    counts.put(v.getBrand(), counts.getOrDefault(v.getBrand(), 0) + 1);
}
// or using streams (see Streams section)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Handling &amp; try-with-resources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`src/utilities/FileHandler.java`, `src/utilities/DataProcessor.java`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// checked exception handling and try-with-resources for I/O
try (BufferedReader br = Files.newBufferedReader(path, StandardCharsets.UTF_8)) {
    String line;
    while ((line = br.readLine()) != null) {
        // process
    }
} catch (IOException e) {
    System.err.println("Error reading file: " + e.getMessage());
}
// throw IllegalArgumentException for invalid inputs
public void setManufactureYear(int year) {
    if (year &lt; 1886) throw new IllegalArgumentException("Invalid year");
    this.manufactureYear = year;
}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Streams (filter/map/collect/grouping)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`src/main/Main.java`, `src/services/VehicleService.java`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List&lt;Vehicle&gt; list = // ...
// filter and collect
List&lt;Vehicle&gt; recent = list.stream()
    .filter(v -&gt; v.getManufactureYear() &gt;= 2020)
    .collect(Collectors.toList());
// group by brand
Map&lt;String, List&lt;Vehicle&gt;&gt; grouped = list.stream()
    .collect(Collectors.groupingBy(Vehicle::getBrand));
// count per brand
Map&lt;String, Long&gt; counts = list.stream()
    .collect(Collectors.groupingBy(Vehicle::getBrand, Collectors.counting()));
// map and join
String brands = list.stream()
    .map(Vehicle::getBrand)
    .distinct()
    .collect(Collectors.joining(", "));</a:t>
            </a:r>
          </a:p>
          <a:p>
            <a:pPr/>
            <a:r>
              <a:t>---</a:t>
            </a:r>
          </a:p>
          <a:p>
            <a:pPr/>
            <a:r>
              <a:t>*Created: EXAMPLES_COLLECTIONS_EXCEPTION_STREAMS.md*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