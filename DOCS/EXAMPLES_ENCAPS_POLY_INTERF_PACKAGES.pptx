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ENCAPS POLY INTERF PACKAGES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EXAMPLES_ENCAPS_POLY_INTERF_PACKAGES.md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 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`src/models/Vehicle.java`</a:t>
            </a:r>
          </a:p>
          <a:p>
            <a:pPr/>
            <a:r>
              <a:t>Encapsulation hides internal state (private fields) and exposes controlled access via getters/setters. Setters may validate inputs.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public class Vehicle {
    private String id;
    private String brand;
    private int manufactureYear;
    public Vehicle(String id, String brand, int manufactureYear) {
        this.id = id;
        setManufactureYear(manufactureYear);
        this.brand = brand;
    }
    public int getManufactureYear() { return manufactureYear; }
    public void setManufactureYear(int year) {
        if (year &lt; 1886) throw new IllegalArgumentException("Invalid manufacture year");
        this.manufactureYear = year;
    }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`src/models/Car.java`, `src/models/Motorcycle.java`, `src/main/Main.java`</a:t>
            </a:r>
          </a:p>
          <a:p>
            <a:pPr/>
            <a:r>
              <a:t>Polymorphism allows code to work with superclass or interface types while concrete subclasses provide behavior (overrides).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Vehicle v1 = new Car("c1","Ford",2020,4);
Vehicle v2 = new Motorcycle("m1","Harley",2021);
List&lt;Vehicle&gt; vehicles = Arrays.asList(v1, v2);
for (Vehicle v : vehicles) {
    System.out.println(v); // runtime dispatch to each class' toString()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 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`src/models/Drivable.java`, `src/data/VehicleRepository.java`</a:t>
            </a:r>
          </a:p>
          <a:p>
            <a:pPr/>
            <a:r>
              <a:t>Interfaces define contracts. Multiple classes can implement the same interface and be used interchangeably.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public interface Drivable {
    void start();
    void stop();
}
public interface VehicleRepository {
    void addVehicle(Vehicle v);
    Optional&lt;Vehicle&gt; findById(String id);
}
// implementations: Motorcycle implements Drivable; VehicleRepositoryJpa/Jdbc implement VehicleRepository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and organization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Examples in the repo: top-level packages `models`, `data`, `services`, `web`, `utilities`.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at top of the file
package models;
// usage in other packages
import models.Car;
public class Demo {
    public static void main(String[] args) {
        Car c = new Car("c1","Toyota",2022,4);
    }
}</a:t>
            </a:r>
          </a:p>
          <a:p>
            <a:pPr/>
            <a:r>
              <a:t>Notes:</a:t>
            </a:r>
          </a:p>
          <a:p>
            <a:pPr/>
            <a:r>
              <a:t>- Package declaration must be the first non-comment line in a Java source file.</a:t>
            </a:r>
          </a:p>
          <a:p>
            <a:pPr/>
            <a:r>
              <a:t>- Files are stored in matching folder paths (e.g., `src/models/Car.java`).</a:t>
            </a:r>
          </a:p>
          <a:p>
            <a:pPr/>
            <a:r>
              <a:t>---</a:t>
            </a:r>
          </a:p>
          <a:p>
            <a:pPr/>
            <a:r>
              <a:t>*Created: EXAMPLES_ENCAPS_POLY_INTERF_PACKAGES.md*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