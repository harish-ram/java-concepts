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EXAMPLES JPA HIBERNATE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EXAMPLES_JPA_HIBERNATE.md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Flyway is used for schema migrations (SQL files in `src/main/resources/db/migration`).</a:t>
            </a:r>
          </a:p>
          <a:p>
            <a:pPr/>
            <a:r>
              <a:t>- Entities are JPA-annotated Java classes in `src/models` (single-table inheritance for `Vehicle` + subclasses).</a:t>
            </a:r>
          </a:p>
          <a:p>
            <a:pPr/>
            <a:r>
              <a:t>- Repository implementation used in Spring: `src/data/SpringDataVehicleRepository.java` (uses `EntityManager`).</a:t>
            </a:r>
          </a:p>
          <a:p>
            <a:pPr/>
            <a:r>
              <a:t>- `src/services/VehicleService.java` is the service layer that delegates to the repository.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Flyway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Migration files live in `src/main/resources/db/migration` and are applied automatically at startup.</a:t>
            </a:r>
          </a:p>
          <a:p>
            <a:pPr/>
            <a:r>
              <a:t>- Example: `V1__create_vehicle_table.sql` creates the `vehicles` table.</a:t>
            </a:r>
          </a:p>
          <a:p>
            <a:pPr/>
            <a:r>
              <a:t>- Flyway logs show successful application on startup: "Successfully applied 1 migration to schema \"PUBLIC\""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JPA / Hibernate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Entities map Java objects to database rows (see `src/models/Vehicle.java` and subclasses).</a:t>
            </a:r>
          </a:p>
          <a:p>
            <a:pPr/>
            <a:r>
              <a:t>- Hibernate is the JPA provider configured by Spring Boot. We set `spring.jpa.hibernate.ddl-auto=none` to let Flyway manage schema changes.</a:t>
            </a:r>
          </a:p>
          <a:p>
            <a:pPr/>
            <a:r>
              <a:t>- SQL logging is enabled in `application.properties` via `spring.jpa.show-sql=true` and `logging.level.org.hibernate.SQL=DEBUG`.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`SpringDataVehicleRepository` uses `@Repository`, `@PersistenceContext` (EntityManager), and `@Transactional` for write operations.</a:t>
            </a:r>
          </a:p>
          <a:p>
            <a:pPr/>
            <a:r>
              <a:t>- This decouples persistence from service and controller layers and makes the code testable.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 Spring Boot to PostgreSQL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Create an `application-postgres.properties` file (or set env vars) and run the app with the `postgres` profile.</a:t>
            </a:r>
          </a:p>
          <a:p>
            <a:pPr/>
            <a:r>
              <a:t>Example `src/main/resources/application-postgres.properties`: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spring.datasource.url=jdbc:postgresql://localhost:5432/vehicledb
spring.datasource.username=veh_user
spring.datasource.password=veh_pass
spring.datasource.driver-class-name=org.postgresql.Driver
spring.jpa.database-platform=org.hibernate.dialect.PostgreSQLDialect
spring.jpa.hibernate.ddl-auto=none
spring.flyway.enabled=true</a:t>
            </a:r>
          </a:p>
          <a:p>
            <a:pPr/>
            <a:r>
              <a:t>Run a local Postgres quickly (Docker example):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# Start a Postgres container (docker must be installed)
 docker run --name pg-veh -e POSTGRES_PASSWORD=veh_pass -e POSTGRES_USER=veh_user -e POSTGRES_DB=vehicledb -p 5432:5432 -d postgres:15</a:t>
            </a:r>
          </a:p>
          <a:p>
            <a:pPr/>
            <a:r>
              <a:t>Start the app using the `postgres` profile: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# With Maven
./mvnw spring-boot:run -Dspring-boot.run.profiles=postgres
# Or with the jar
java -Dspring.profiles.active=postgres -jar target/java-learning-project-1.0.0.jar</a:t>
            </a:r>
          </a:p>
          <a:p>
            <a:pPr/>
            <a:r>
              <a:t>Alternatively, you can pass connection properties via environment variables (useful in CI or containers):</a:t>
            </a:r>
          </a:p>
          <a:p>
            <a:pPr/>
            <a:r>
              <a:t>- SPRING_DATASOURCE_URL</a:t>
            </a:r>
          </a:p>
          <a:p>
            <a:pPr/>
            <a:r>
              <a:t>- SPRING_DATASOURCE_USERNAME</a:t>
            </a:r>
          </a:p>
          <a:p>
            <a:pPr/>
            <a:r>
              <a:t>- SPRING_DATASOURCE_PASSWORD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 &amp;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Ensure Postgres is reachable and credentials are correct.</a:t>
            </a:r>
          </a:p>
          <a:p>
            <a:pPr/>
            <a:r>
              <a:t>- Flyway will apply migrations on app startup — check logs for migration output.</a:t>
            </a:r>
          </a:p>
          <a:p>
            <a:pPr/>
            <a:r>
              <a:t>- If you see `Port 8081 already in use`, stop the process using it or change `server.port` in `application.properties`.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 to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`src/main/resources/db/migration/V1__create_vehicle_table.sql`</a:t>
            </a:r>
          </a:p>
          <a:p>
            <a:pPr/>
            <a:r>
              <a:t>- `src/models/Vehicle.java` and subclasses</a:t>
            </a:r>
          </a:p>
          <a:p>
            <a:pPr/>
            <a:r>
              <a:t>- `src/data/SpringDataVehicleRepository.java`</a:t>
            </a:r>
          </a:p>
          <a:p>
            <a:pPr/>
            <a:r>
              <a:t>- `src/web/SpringVehicleController.java` (how controllers use service/repository)</a:t>
            </a:r>
          </a:p>
          <a:p>
            <a:pPr/>
            <a:r>
              <a:t>- `src/services/VehicleService.java`</a:t>
            </a:r>
          </a:p>
          <a:p>
            <a:pPr/>
            <a:r>
              <a:t>---</a:t>
            </a:r>
          </a:p>
          <a:p>
            <a:pPr/>
            <a:r>
              <a:t>Generated based on the projects' code and migration files.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