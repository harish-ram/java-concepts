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EXAMPLES JDBC CRUD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From EXAMPLES_JDBC_CRUD.md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JDBC driver &amp; connection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File reference: `src/data/VehicleDaoJdbc.java`</a:t>
            </a:r>
          </a:p>
          <a:p>
            <a:r>
              <a:rPr sz="1200">
                <a:solidFill>
                  <a:srgbClr val="000000"/>
                </a:solidFill>
                <a:latin typeface="Consolas"/>
              </a:rPr>
              <a:t>// Ensure H2 driver is available on the classpath (Maven dependency)
String url = "jdbc:h2:./vehicledb;DB_CLOSE_DELAY=-1";
String user = "sa";
String pass = "";
try (Connection conn = DriverManager.getConnection(url, user, pass)) {
    // use connection
} catch (SQLException ex) {
    throw new RuntimeException("DB connection failed", ex);
}</a:t>
            </a:r>
          </a:p>
          <a:p>
            <a:pPr/>
            <a:r>
              <a:t>Notes:</a:t>
            </a:r>
          </a:p>
          <a:p>
            <a:pPr/>
            <a:r>
              <a:t>- Modern JDBC doesn't require Class.forName("org.h2.Driver") if the driver jar uses ServiceLoader metadata.</a:t>
            </a:r>
          </a:p>
          <a:p>
            <a:pPr/>
            <a:r>
              <a:t>- Use `DriverManager.getConnection(...)` or a connection pool (HikariCP) for production.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table (DDL)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sz="1200">
                <a:solidFill>
                  <a:srgbClr val="000000"/>
                </a:solidFill>
                <a:latin typeface="Consolas"/>
              </a:rPr>
              <a:t>String create = "CREATE TABLE IF NOT EXISTS vehicle (id VARCHAR PRIMARY KEY, brand VARCHAR, model VARCHAR, manufacture_year INT)";
try (Statement stmt = conn.createStatement()) {
    stmt.execute(create);
}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CRUD examples (PreparedStatement &amp; try-with-resources)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File reference: `src/data/VehicleDaoJdbc.java`</a:t>
            </a:r>
          </a:p>
          <a:p>
            <a:r>
              <a:rPr sz="1200">
                <a:solidFill>
                  <a:srgbClr val="000000"/>
                </a:solidFill>
                <a:latin typeface="Consolas"/>
              </a:rPr>
              <a:t>// INSERT
String insertSql = "INSERT INTO vehicle (id, brand, model, manufacture_year) VALUES (?, ?, ?, ?)";
try (PreparedStatement ps = conn.prepareStatement(insertSql)) {
    ps.setString(1, v.getId());
    ps.setString(2, v.getBrand());
    ps.setString(3, v.getModel());
    ps.setInt(4, v.getManufactureYear());
    ps.executeUpdate();
}
// SELECT
String selectSql = "SELECT id, brand, model, manufacture_year FROM vehicle WHERE id = ?";
try (PreparedStatement ps = conn.prepareStatement(selectSql)) {
    ps.setString(1, id);
    try (ResultSet rs = ps.executeQuery()) {
        if (rs.next()) {
            // build Vehicle from rs
        }
    }
}
// UPDATE
String updateSql = "UPDATE vehicle SET brand = ?, model = ?, manufacture_year = ? WHERE id = ?";
try (PreparedStatement ps = conn.prepareStatement(updateSql)) {
    ps.setString(1, v.getBrand());
    ps.setString(2, v.getModel());
    ps.setInt(3, v.getManufactureYear());
    ps.setString(4, v.getId());
    ps.executeUpdate();
}
// DELETE
String deleteSql = "DELETE FROM vehicle WHERE id = ?";
try (PreparedStatement ps = conn.prepareStatement(deleteSql)) {
    ps.setString(1, id);
    ps.executeUpdate();
}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Transactions (commit/rollback)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rPr sz="1200">
                <a:solidFill>
                  <a:srgbClr val="000000"/>
                </a:solidFill>
                <a:latin typeface="Consolas"/>
              </a:rPr>
              <a:t>try {
    conn.setAutoCommit(false);
    // multiple operations
    conn.commit();
} catch (SQLException e) {
    conn.rollback();
    throw e;
} finally {
    conn.setAutoCommit(true);
}</a:t>
            </a:r>
          </a:p>
          <a:p>
            <a:pPr/>
            <a: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handling &amp; best practices 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- Use `try-with-resources` for Connection/Statement/ResultSet to ensure closure.</a:t>
            </a:r>
          </a:p>
          <a:p>
            <a:pPr/>
            <a:r>
              <a:t>- Catch and log `SQLException` and rethrow as application-specific exceptions where appropriate.</a:t>
            </a:r>
          </a:p>
          <a:p>
            <a:pPr/>
            <a:r>
              <a:t>- Prefer `PreparedStatement` to avoid SQL injection and improve performance.</a:t>
            </a:r>
          </a:p>
          <a:p>
            <a:pPr/>
            <a:r>
              <a:t>- Use connection pools for production workloads.</a:t>
            </a:r>
          </a:p>
          <a:p>
            <a:pPr/>
            <a:r>
              <a:t>---</a:t>
            </a:r>
          </a:p>
          <a:p>
            <a:pPr/>
            <a:r>
              <a:t>*Created: EXAMPLES_JDBC_CRUD.md*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