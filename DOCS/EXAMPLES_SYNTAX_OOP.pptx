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Examples: Syntax, Data Types &amp; 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DOCS/EXAMPLES_SYNTAX_OOP.md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Syntax &amp; Data Types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`src/main/Main.java` / `src/utilities/DataProcessor.java`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primitives, String, control flow, method
int year = 2023;
double price = 19999.95;
String brand = "Toyota";
public static boolean isRecent(int year) {
    if (year &gt;= 2020) return true;
    return false;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Class, Fields, Constructor, Getters/Setters (Encapsulation) 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`src/models/Vehicle.java`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public class Vehicle {
    private String id;
    private String brand;
    private int manufactureYear;
    public Vehicle(String id, String brand, int manufactureYear) {
        this.id = id;
        this.brand = brand;
        this.manufactureYear = manufactureYear;
    }
    public String getId() { return id; }
    public String getBrand() { return brand; }
    public int getManufactureYear() { return manufactureYear; }
    public void setBrand(String brand) { this.brand = brand; }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Inheritance &amp; Polymorphism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`src/models/Car.java` (extends Vehicle)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public class Car extends Vehicle {
    private int doors;
    public Car(String id, String brand, int year, int doors) {
        super(id, brand, year);
        this.doors = doors;
    }
    @Override
    public String toString() {
        return getBrand() + " " + getManufactureYear() + " (" + doors + " doors)";
    }
    public void start() {
        System.out.println("Car starting...");
    }
}
// Polymorphic usage:
Vehicle v = new Car("c1","Honda",2021,4);
System.out.println(v.toString()); // invokes Car.toString()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Interface (contract) and Implementation 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`src/models/Drivable.java` and implementers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public interface Drivable {
    void start();
    void stop();
}
public class Motorcycle extends Vehicle implements Drivable {
    public Motorcycle(String id, String brand, int year) {
        super(id, brand, year);
    }
    @Override public void start() { System.out.println("Motorcycle started"); }
    @Override public void stop()  { System.out.println("Motorcycle stopped"); }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Collections &amp; Streams (practical usage) 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`src/main/Main.java`, `src/services/VehicleService.java`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List&lt;Vehicle&gt; list = List.of(
    new Car("c1","Toyota",2022,4),
    new Car("c2","Toyota",2019,4),
    new Motorcycle("m1","Yamaha",2023)
);
// filter for recent vehicles
List&lt;Vehicle&gt; recent = list.stream()
                            .filter(v -&gt; v.getManufactureYear() &gt;= 2020)
                            .collect(Collectors.toList());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Want this added to the main overview?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If you'd like, I can link this file from `DOCS/DETAILED_OVERVIEW.md` and/or add inline annotations to the actual source files to point to these examples.</a:t>
            </a:r>
          </a:p>
          <a:p>
            <a:pPr/>
            <a:r>
              <a:t>---</a:t>
            </a:r>
          </a:p>
          <a:p>
            <a:pPr/>
            <a:r>
              <a:t>*Created: EXAMPLES_SYNTAX_OOP.md*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